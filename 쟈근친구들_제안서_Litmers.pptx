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쟈근친구들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인터랙티브 웹툰/웹소설 플랫폼 개발 제안서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31520" cy="36576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00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제안사: 리트머스 (Litmers)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520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2024.12.19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4663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17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5727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소개 및 핵심 컨셉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 (IA)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23500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아키텍처 및 사용자 흐름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시스템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3127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회원/인증/지갑 시스템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749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독자(Reader) 기능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39044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탐색, 뷰어, 제안, 후원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137160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417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3716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작가(Creator) 기능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57800" y="157276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관리 및 수익 결정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320040" cy="3200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19456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148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및 확장 기능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235000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결제, 정산, Phase 2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926080"/>
            <a:ext cx="320040" cy="32004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29718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2926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및 일정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312724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비용, 타임라인, 계약조건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703320"/>
            <a:ext cx="320040" cy="32004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7490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703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57800" y="390448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리트머스 포트폴리오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0" y="4846320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868680"/>
          </a:xfrm>
          <a:prstGeom prst="rect">
            <a:avLst/>
          </a:prstGeom>
          <a:solidFill>
            <a:srgbClr val="F7FAFC"/>
          </a:solidFill>
          <a:ln w="12700">
            <a:solidFill>
              <a:srgbClr val="E85D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36576" cy="86868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핵심 컨셉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독자가 스토리 전개에 직접 참여하고, 후원을 통해 창작에 기여할 수 있는 인터랙티브 웹툰/웹소설 플랫폼입니다.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독자의 제안(Proposal)이 채택되면 작품에 반영되고, 기여자는 크레딧에 영구적으로 기록됩니다.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365D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재화 시스템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플랫폼 내 유료 재화로 제안, 후원, 지지에 사용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8328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제안(Proposal) 시스템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독자가 스토리 제안 후 작가가 Deal/Drop 결정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194560"/>
            <a:ext cx="2651760" cy="1005840"/>
          </a:xfrm>
          <a:prstGeom prst="roundRect">
            <a:avLst>
              <a:gd name="adj" fmla="val 9091"/>
            </a:avLst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6172200" y="22860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2514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다이내믹 크레딧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788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기여자 정보가 에피소드에 영구 기록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3832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4290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9436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(Reader)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작품 탐색, 제안, 후원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3832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4290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✍️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작가 (Creator)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콘텐츠 제작, 제안 관리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35040" y="338328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4290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172200" y="36576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(Admin)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172200" y="388620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결제, 정산, 운영 관리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구조 (IA)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103120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103120" cy="23774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스플래시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인증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로그인 / 회원가입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프로필 설정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마이페이지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내 정보 / 내 지갑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560320" y="1143000"/>
            <a:ext cx="21031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(Reader)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1508760"/>
            <a:ext cx="2103120" cy="23774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홈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65176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탐색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65176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작품 상세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5176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에피소드 뷰어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제안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143000"/>
            <a:ext cx="2103120" cy="3657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작가 (Creator)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1508760"/>
            <a:ext cx="2103120" cy="23774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크리에이터 스튜디오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정산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마이페이지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1143000"/>
            <a:ext cx="2103120" cy="365760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8" name="Text 26"/>
          <p:cNvSpPr/>
          <p:nvPr/>
        </p:nvSpPr>
        <p:spPr>
          <a:xfrm>
            <a:off x="6949440" y="11887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(Admin)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1508760"/>
            <a:ext cx="2103120" cy="237744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16002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대시보드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040880" y="19202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결제 관리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40880" y="2240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정산 관리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040880" y="256032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회원/콘텐츠 관리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28803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운영 관리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SYSTEM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시스템 - 회원 인증 및 지갑 관리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회원가입 및 로그인 프로세스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이용 및 재화(Ink) 소유권 증명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E85D4C"/>
          </a:solidFill>
          <a:ln/>
        </p:spPr>
      </p:sp>
      <p:sp>
        <p:nvSpPr>
          <p:cNvPr id="9" name="Text 7"/>
          <p:cNvSpPr/>
          <p:nvPr/>
        </p:nvSpPr>
        <p:spPr>
          <a:xfrm>
            <a:off x="4800600" y="12344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00600" y="1417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Ink 지갑 및 트랜잭션 대시보드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유료 재화 'Ink'의 보유량 확인 및 투명한 사용 내역 관리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화면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468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로그인/회원가입 페이지 (이메일, 카카오/구글)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본인인증 및 약관 동의 화면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프로필 설정 (닉네임 중복 확인)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잔액 조회: current_ink_balance 실시간 표시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트랜잭션 로깅: 충전, 사용, 반환, 정산 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모든 재화 흐름에 대한 불변 로그 기록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7490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8404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가변성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60320" y="37490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D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2651760" y="384048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우선순위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51760" y="406908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필수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기능 (1) - 작품 탐색 및 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 작품 탐색 홈 및 리스트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후원하거나 개입할 작품을 효과적으로 노출하는 메인 화면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화면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931920" cy="5029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331720"/>
            <a:ext cx="36576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377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메인 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578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추천/인기 배너 영역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3931920" cy="5029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926080"/>
            <a:ext cx="36576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작품 리스트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3172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썸네일, 제목, 작가, 모금액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520440"/>
            <a:ext cx="3931920" cy="5029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3520440"/>
            <a:ext cx="36576" cy="5029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및 필터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작품명, 작가명 검색 및 정렬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6344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기능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1A365D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3774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 정렬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786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최신순, 총 Bounty 금액 순 정렬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292608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1729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작품명, 작가명 기반 DB 쿼리 검색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35204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566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표시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OPEN/PUBLISHED 상태 강조 표시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589520" y="4114800"/>
            <a:ext cx="1097280" cy="365760"/>
          </a:xfrm>
          <a:prstGeom prst="roundRect">
            <a:avLst>
              <a:gd name="adj" fmla="val 20000"/>
            </a:avLst>
          </a:prstGeom>
          <a:solidFill>
            <a:srgbClr val="E85D4C"/>
          </a:solidFill>
          <a:ln/>
        </p:spPr>
      </p:sp>
      <p:sp>
        <p:nvSpPr>
          <p:cNvPr id="31" name="Text 29"/>
          <p:cNvSpPr/>
          <p:nvPr/>
        </p:nvSpPr>
        <p:spPr>
          <a:xfrm>
            <a:off x="7635240" y="417880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가변성: 상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기능 (2) - 에피소드 뷰어 및 다이내믹 크레딧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에피소드 뷰어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콘티 열람 및 완성 기여자에 대한 보상 표시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822960"/>
          </a:xfrm>
          <a:prstGeom prst="roundRect">
            <a:avLst>
              <a:gd name="adj" fmla="val 11111"/>
            </a:avLst>
          </a:prstGeom>
          <a:solidFill>
            <a:srgbClr val="E85D4C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188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FEATURE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00600" y="1371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다이내믹 크레딧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645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기여자 정보 자동 생성 및 영구 기록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콘텐츠 뷰어 (이미지/텍스트 스크롤)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하단 고정 액션 바 (제안하기, 후원하기)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[Sponsored by] 크레딧 섹션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0574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1A365D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2331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 원고 업로드 시, 후원 데이터 기반 크레딧 자동 생성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743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28163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Producer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0" y="29992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 금액 상위 3인 강조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766560" y="274320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28163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리스트 정렬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858000" y="299923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 제안자 우선, 금액순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338328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4564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영구 박제 로직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생성된 크레딧 데이터는 에피소드와 함께 영구 저장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LOGIC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스토리 인터벤션 - 제안(Proposal) 생성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E85D4C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 제안(Proposal) 생성 및 에스크로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독자가 스토리에 개입하기 위해 Ink를 걸고 제안을 생성하는 핵심 기능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4023360" cy="731520"/>
          </a:xfrm>
          <a:prstGeom prst="roundRect">
            <a:avLst>
              <a:gd name="adj" fmla="val 100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구성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제안 작성 모달 (내용 입력, 초기 베팅액 설정)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4023360" cy="868680"/>
          </a:xfrm>
          <a:prstGeom prst="roundRect">
            <a:avLst>
              <a:gd name="adj" fmla="val 8421"/>
            </a:avLst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20040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가변성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374904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비즈니스 로직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143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프로세스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508760"/>
            <a:ext cx="274320" cy="27432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53619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74920" y="146304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1208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금액 검증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17373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설정 고정 최소 금액 (예: 100 Ink) 확인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274320" cy="27432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31343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74920" y="224028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2860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 생성 트랜잭션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12080" y="2514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객체 생성 (description, proposer_id, seed_money)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274320" cy="27432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09067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74920" y="3017520"/>
            <a:ext cx="3611880" cy="640080"/>
          </a:xfrm>
          <a:prstGeom prst="roundRect">
            <a:avLst>
              <a:gd name="adj" fmla="val 11429"/>
            </a:avLst>
          </a:prstGeom>
          <a:solidFill>
            <a:srgbClr val="1A365D"/>
          </a:solidFill>
          <a:ln/>
        </p:spPr>
      </p:sp>
      <p:sp>
        <p:nvSpPr>
          <p:cNvPr id="28" name="Text 26"/>
          <p:cNvSpPr/>
          <p:nvPr/>
        </p:nvSpPr>
        <p:spPr>
          <a:xfrm>
            <a:off x="5212080" y="30632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선결제 에스크로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12080" y="32918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제안자 Ink 차감 → 시스템 에스크로 계정 이동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STUDIO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작가 기능 - 제안 결정 (Deal/Drop)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제안 결정 시스템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제안을 채택(Deal)하여 수익을 확정하거나, 거절(Drop)하여 환불 처리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 (채택)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FF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제안을 수락하고 수익 확정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프로세스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063240"/>
            <a:ext cx="182880" cy="18288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08152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3063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변경: Proposal → DEAL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" y="3383280"/>
            <a:ext cx="182880" cy="18288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40156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정산 이관: 에스크로 → payable_balance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192024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E53E3E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(거절)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제안을 거절하고 후원금 환불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 프로세스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3063240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308152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074920" y="3063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변경: Proposal → DROP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3383280"/>
            <a:ext cx="182880" cy="182880"/>
          </a:xfrm>
          <a:prstGeom prst="ellipse">
            <a:avLst/>
          </a:prstGeom>
          <a:solidFill>
            <a:srgbClr val="E5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40156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07492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환불: 모든 참여자 Ink 100% 반환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QUOTATION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개요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기준 총 비용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5,255만원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4~5개월 소요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조건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4023360" cy="36576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743200"/>
            <a:ext cx="36576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788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기획/디자인 단계까지 무료 수정 작업 총 2회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4023360" cy="36576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200400"/>
            <a:ext cx="36576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범위: UI/UX 디자인 (BX 디자인 별도)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023360" cy="36576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657600"/>
            <a:ext cx="36576" cy="3657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서버비: 고객사 부담 (초기 5~20만원/월)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24688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견적 옵션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85D4C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834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30632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 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080760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2C5282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834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80760" y="30632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 1+2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498080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1A365D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0" y="283464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98080" y="3063240"/>
            <a:ext cx="1325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중요도 1+2+3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520440"/>
            <a:ext cx="4023360" cy="502920"/>
          </a:xfrm>
          <a:prstGeom prst="roundRect">
            <a:avLst>
              <a:gd name="adj" fmla="val 14545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6301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범위 조정을 통해 예산과 일정 조율 가능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TIMELINE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 타임라인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76809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34440"/>
            <a:ext cx="365760" cy="3657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준비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 입금 후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 뒤 착수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1234440"/>
            <a:ext cx="365760" cy="365760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9456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단계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와이어프레임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480560" y="1234440"/>
            <a:ext cx="365760" cy="365760"/>
          </a:xfrm>
          <a:prstGeom prst="ellipse">
            <a:avLst/>
          </a:prstGeom>
          <a:solidFill>
            <a:srgbClr val="E85D4C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단계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 디자인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Hi-Fi 시안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234440"/>
            <a:ext cx="365760" cy="365760"/>
          </a:xfrm>
          <a:prstGeom prst="ellipse">
            <a:avLst/>
          </a:prstGeom>
          <a:solidFill>
            <a:srgbClr val="48BB7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단계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 개발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1차 QA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55280" y="1234440"/>
            <a:ext cx="365760" cy="365760"/>
          </a:xfrm>
          <a:prstGeom prst="ellipse">
            <a:avLst/>
          </a:prstGeom>
          <a:solidFill>
            <a:srgbClr val="805AD5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12801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40664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 단계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1920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검수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이슈 보완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606040"/>
            <a:ext cx="4023360" cy="7315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2606040"/>
            <a:ext cx="36576" cy="7315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산출물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2898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와이어프레임 or 프로토타입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30815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수정 가능 (1주간)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846320" y="2606040"/>
            <a:ext cx="4023360" cy="7315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31" name="Shape 29"/>
          <p:cNvSpPr/>
          <p:nvPr/>
        </p:nvSpPr>
        <p:spPr>
          <a:xfrm>
            <a:off x="4846320" y="2606040"/>
            <a:ext cx="36576" cy="73152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26974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디자인 산출물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898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Hi-Fi 디자인 시안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83480" y="30815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1회 수정 가능 (1주간)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" y="3474720"/>
            <a:ext cx="4023360" cy="7315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474720"/>
            <a:ext cx="36576" cy="7315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산출물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QA 완료 시연 동영상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4360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수정 불가 (추가금 발생)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3474720"/>
            <a:ext cx="4023360" cy="73152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41" name="Shape 39"/>
          <p:cNvSpPr/>
          <p:nvPr/>
        </p:nvSpPr>
        <p:spPr>
          <a:xfrm>
            <a:off x="4846320" y="3474720"/>
            <a:ext cx="36576" cy="73152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3566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산출물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7673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프로젝트 파일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83480" y="39502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 최종 검수 완료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SCHEDULE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 지급 비율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계약금 규모에 따라 지급 비율이 달라집니다.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EDF2F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3,000만원 이하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743200" cy="777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25628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전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27432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03352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 후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337560" y="13258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3,000만원 초과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37560" y="1828800"/>
            <a:ext cx="2743200" cy="77724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98424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337560" y="225628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2606040"/>
            <a:ext cx="2743200" cy="77724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9" name="Text 17"/>
          <p:cNvSpPr/>
          <p:nvPr/>
        </p:nvSpPr>
        <p:spPr>
          <a:xfrm>
            <a:off x="3337560" y="2761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37560" y="303352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기획/디자인 후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3383280"/>
            <a:ext cx="2743200" cy="7772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35387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81076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 후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13258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E85D4C"/>
          </a:solidFill>
          <a:ln/>
        </p:spPr>
      </p:sp>
      <p:sp>
        <p:nvSpPr>
          <p:cNvPr id="25" name="Text 23"/>
          <p:cNvSpPr/>
          <p:nvPr/>
        </p:nvSpPr>
        <p:spPr>
          <a:xfrm>
            <a:off x="6217920" y="14173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5,000만원 이상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1828800"/>
            <a:ext cx="2743200" cy="5943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19476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217920" y="215569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착수 전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17920" y="2423160"/>
            <a:ext cx="2743200" cy="59436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54203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217920" y="275005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기획/디자인 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3017520"/>
            <a:ext cx="2743200" cy="59436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1363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217920" y="334441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17920" y="3611880"/>
            <a:ext cx="2743200" cy="59436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37307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217920" y="393877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검수 후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297680"/>
            <a:ext cx="8229600" cy="411480"/>
          </a:xfrm>
          <a:prstGeom prst="roundRect">
            <a:avLst>
              <a:gd name="adj" fmla="val 17778"/>
            </a:avLst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43891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본 프로젝트(5,255만원)는 5,000만원 이상 기준이 적용됩니다. 계약금 입금 후 2주 뒤 착수됩니다.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LITMERS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소개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리트머스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고객의 사업 성공을 함께하는 IT 컨설팅 파트너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0" y="1371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홈페이지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57276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2651760" cy="146304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331720"/>
            <a:ext cx="36576" cy="14630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외주개발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업계 최고 수준 전문가들이 합리적인 비용으로 신뢰할 수 있는 외주개발 서비스 제공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46120" y="2331720"/>
            <a:ext cx="2651760" cy="146304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16" name="Shape 14"/>
          <p:cNvSpPr/>
          <p:nvPr/>
        </p:nvSpPr>
        <p:spPr>
          <a:xfrm>
            <a:off x="3246120" y="2331720"/>
            <a:ext cx="36576" cy="1463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8328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노코드 에이전시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8328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빠른 MVP 구축을 위한 노코드 솔루션 기반 개발 서비스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2331720"/>
            <a:ext cx="2651760" cy="1463040"/>
          </a:xfrm>
          <a:prstGeom prst="roundRect">
            <a:avLst/>
          </a:prstGeom>
          <a:solidFill>
            <a:srgbClr val="F7FAFC"/>
          </a:solidFill>
          <a:ln/>
        </p:spPr>
      </p:sp>
      <p:sp>
        <p:nvSpPr>
          <p:cNvPr id="21" name="Shape 19"/>
          <p:cNvSpPr/>
          <p:nvPr/>
        </p:nvSpPr>
        <p:spPr>
          <a:xfrm>
            <a:off x="6035040" y="2331720"/>
            <a:ext cx="36576" cy="1463040"/>
          </a:xfrm>
          <a:prstGeom prst="rect">
            <a:avLst/>
          </a:prstGeom>
          <a:solidFill>
            <a:srgbClr val="805AD5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2423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5A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72200" y="26517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팀구독 솔루션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172200" y="29260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지속적인 개발 지원을 위한 구독형 개발팀 서비스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EDF2F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50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 규모와 도메인에 무관하게 결과로 증명하는 IT 컨설팅 파트너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201168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0" y="2926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0D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궁금하신 점이 있으시면 말씀해 주세요.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206240" y="3383280"/>
            <a:ext cx="731520" cy="36576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8072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463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0" y="18288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206240" y="2651760"/>
            <a:ext cx="731520" cy="36576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2926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리트머스 (Litmers)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고객의 사업 성공을 함께하는 IT 컨설팅 파트너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3749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5D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0" y="39319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litmers.com/portfolios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84632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90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LITMERS | 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리트머스 (Litmers)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쟈근친구들 프로젝트 제안서</dc:title>
  <dc:subject>인터랙티브 웹툰/웹소설 플랫폼 개발 제안서</dc:subject>
  <dc:creator>Litmers</dc:creator>
  <cp:lastModifiedBy>Litmers</cp:lastModifiedBy>
  <cp:revision>1</cp:revision>
  <dcterms:created xsi:type="dcterms:W3CDTF">2026-01-15T09:43:56Z</dcterms:created>
  <dcterms:modified xsi:type="dcterms:W3CDTF">2026-01-15T09:43:56Z</dcterms:modified>
</cp:coreProperties>
</file>